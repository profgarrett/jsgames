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704"/>
  </p:normalViewPr>
  <p:slideViewPr>
    <p:cSldViewPr snapToGrid="0">
      <p:cViewPr varScale="1">
        <p:scale>
          <a:sx n="95" d="100"/>
          <a:sy n="95" d="100"/>
        </p:scale>
        <p:origin x="20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F7989-2986-B339-5623-D72113A77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3C6E22-EBF3-05A3-BB13-184388CD2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1CCF2-6706-C7A5-17A1-208F30F5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02290-1614-70AE-2551-88CD25BA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52DCA-765F-AD07-2B31-169E40F0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83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D4E1-5D39-A03B-57BD-DBB4C317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AE1A3-C011-C8FA-4EFC-438A21321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89F8B-1315-34C1-BBBE-9669FCF69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467DF-9131-1B3B-3816-428A076C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1DB1C-A798-3B87-D9B6-17BE6EC88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7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7BB4C-AA2D-B448-7BA8-4FA0DEC2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A2D59-CA7B-0623-5968-3DBE962F8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6142-E82A-D641-4AE2-ED1C08B70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69132-8559-8060-E3E4-53C3FBBA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A1DA9-595E-C683-AA40-998EB01E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1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81369-F3B5-DEFB-4A20-847E156E7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9E1FE-8DE3-84F3-2EE1-B5AD33CFA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815BE-A443-BD16-8F8C-AE00FFC39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C2465-4901-0B60-362A-54F97A097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039CA-4CB7-3D4D-3E83-42570888D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15DDE-899B-EEEA-832E-AC8C0A448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4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88E6B-DA9A-C492-5C51-CD2AF889F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B41FD-700F-6CFE-344F-02C0135C2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32BD3-1A97-6E02-BF56-1D1F55C2C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12577F-37C2-8249-E4F5-AAB0AD6CE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DFF10-3AF1-373A-B8B1-1850C4C79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8D610A-65B9-AFA6-4CA6-15A2E98A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B6E22-CA5A-6E16-E7FE-3140F630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4B446-2830-C89A-F6AD-CD615330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0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D488-4B9A-1FEE-3C27-D5E484009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78B8C-F906-5A33-E981-1B8BC68D0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D0C47-FA25-CCFA-4E5E-519858084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1AF76-9E54-E994-73B2-C19DC055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9DE10-CEB5-3883-ACAC-38BE53F21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F4F00-91F4-9C1C-229A-1252484C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1A2C0-14FC-48F0-44D3-1E134CD4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14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1A3E9-18E1-0B81-D860-43010536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2BDB7-7220-9DE9-0D30-26ED40F42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4E7DE-0E8F-38CA-59A5-A2ECDA9B1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78B38-0145-092A-3841-0FF8A811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26970-1F0E-A1CF-5922-792100178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00560-A37D-C463-6335-5530DAF0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7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5DDEE-64E4-5F4D-08B1-84FAD1A9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C5CDE1-2591-907C-99C6-9D47D4EDE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F3C70-CFDC-03C5-4EB2-7AA9E46C6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6D255-517F-4BAD-B29D-608E8DBE2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F806D-0959-4A24-E3B5-409E01BF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56880-50CF-B281-0023-C63B2DA8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AECB-8B6C-6F1D-78E8-436AAE27C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4B2E1-4514-4EB9-7FC3-A0E9A6D1C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6C4C5-81C0-9467-2778-B18FF40EC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322E7-8384-4680-514B-934A3055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5CCC9-D3B5-CF28-5D1C-AEF71F2E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84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17946F-20D4-F191-2491-A3DCA8FC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4F4E4-D384-3CFD-75D0-69DC6F22D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C6EF2-8B4F-1D96-F2D5-F7BECB21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A9496-5348-83B8-7C24-1EBA1257D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6B58F-F637-A1F6-42D2-F7BAD899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9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048AE-575B-E011-48E7-B162D267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DE3E1-3701-628F-37A6-7797272C0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A0D77-7DAB-46A9-D46B-57C8DDA4D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C2EAE-98BA-AB42-BEB1-1FE0B0BB5B6D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CE9F0-3B6D-1F7A-E9B4-4E7121DB3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6415F-55D5-61A9-2984-C5D2FD46C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9B322-686D-3E4C-A386-FC679A275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4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6CN--rQxManjQEXeghPTLVIXoI2F7WTCfA7KZbLQcc0/edit?resourcekey=&amp;gid=471027515#gid=471027515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forms.gle/h6GxryC7dmeQ1n9v5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1B73-909E-C861-F799-DC96C1C0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7CD3E56-C319-936C-F213-CDBC1D25F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0"/>
            <a:ext cx="5257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DC1524-E529-C9B2-B818-9821FAE4FFF9}"/>
              </a:ext>
            </a:extLst>
          </p:cNvPr>
          <p:cNvSpPr txBox="1"/>
          <p:nvPr/>
        </p:nvSpPr>
        <p:spPr>
          <a:xfrm rot="5400000">
            <a:off x="-2961817" y="3157552"/>
            <a:ext cx="67545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www.visualcapitalist.com</a:t>
            </a:r>
            <a:r>
              <a:rPr lang="en-US" dirty="0"/>
              <a:t>/magnificent-sevens-foreign-revenue/#</a:t>
            </a:r>
            <a:r>
              <a:rPr lang="en-US" dirty="0" err="1"/>
              <a:t>google_vignette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4A5E1-9230-72D6-D88E-100386EAEE00}"/>
              </a:ext>
            </a:extLst>
          </p:cNvPr>
          <p:cNvSpPr txBox="1"/>
          <p:nvPr/>
        </p:nvSpPr>
        <p:spPr>
          <a:xfrm>
            <a:off x="92301" y="64886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Results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916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150AC7-D36C-EA75-3A78-7183D6B27AAF}"/>
              </a:ext>
            </a:extLst>
          </p:cNvPr>
          <p:cNvSpPr txBox="1"/>
          <p:nvPr/>
        </p:nvSpPr>
        <p:spPr>
          <a:xfrm>
            <a:off x="273788" y="200032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https://forms.gle/h6GxryC7dmeQ1n9v5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42E3CC-2EAD-4B74-29CA-461C6F0F3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good are these charts?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B4F52-2C6B-084E-4F1E-71416EF6B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957" y="1690688"/>
            <a:ext cx="4646280" cy="464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77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AC8E22-DC88-5787-3D7D-5C74D1304DEB}"/>
              </a:ext>
            </a:extLst>
          </p:cNvPr>
          <p:cNvSpPr txBox="1"/>
          <p:nvPr/>
        </p:nvSpPr>
        <p:spPr>
          <a:xfrm rot="5400000">
            <a:off x="-2961817" y="3157552"/>
            <a:ext cx="67545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www.visualcapitalist.com</a:t>
            </a:r>
            <a:r>
              <a:rPr lang="en-US" dirty="0"/>
              <a:t>/magnificent-sevens-foreign-revenue/#</a:t>
            </a:r>
            <a:r>
              <a:rPr lang="en-US" dirty="0" err="1"/>
              <a:t>google_vignette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4737E08-8FB7-10D5-E45E-E4C8A3A71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430" y="0"/>
            <a:ext cx="5257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30D1EF2-A562-9408-E93A-0621B54A2685}"/>
              </a:ext>
            </a:extLst>
          </p:cNvPr>
          <p:cNvSpPr/>
          <p:nvPr/>
        </p:nvSpPr>
        <p:spPr>
          <a:xfrm>
            <a:off x="3944679" y="2764465"/>
            <a:ext cx="652130" cy="52099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1F573-25BA-F91A-D254-17F62049585E}"/>
              </a:ext>
            </a:extLst>
          </p:cNvPr>
          <p:cNvSpPr/>
          <p:nvPr/>
        </p:nvSpPr>
        <p:spPr>
          <a:xfrm>
            <a:off x="5883349" y="3671777"/>
            <a:ext cx="357963" cy="2835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348DD7-7C9A-FD9D-B020-26BA240C2310}"/>
              </a:ext>
            </a:extLst>
          </p:cNvPr>
          <p:cNvSpPr/>
          <p:nvPr/>
        </p:nvSpPr>
        <p:spPr>
          <a:xfrm>
            <a:off x="6286469" y="3671777"/>
            <a:ext cx="357963" cy="3792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52D1A9-2856-3501-E85B-7E2F233F1F6B}"/>
              </a:ext>
            </a:extLst>
          </p:cNvPr>
          <p:cNvSpPr/>
          <p:nvPr/>
        </p:nvSpPr>
        <p:spPr>
          <a:xfrm>
            <a:off x="4596809" y="2764464"/>
            <a:ext cx="652130" cy="52099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251F1-7A01-4C17-B407-F503A0371A08}"/>
              </a:ext>
            </a:extLst>
          </p:cNvPr>
          <p:cNvSpPr/>
          <p:nvPr/>
        </p:nvSpPr>
        <p:spPr>
          <a:xfrm>
            <a:off x="3944679" y="5050465"/>
            <a:ext cx="1286540" cy="5209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9FCF85-6B23-0532-A592-AC7645E39596}"/>
              </a:ext>
            </a:extLst>
          </p:cNvPr>
          <p:cNvSpPr/>
          <p:nvPr/>
        </p:nvSpPr>
        <p:spPr>
          <a:xfrm>
            <a:off x="5248939" y="5137477"/>
            <a:ext cx="634410" cy="5209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778742-B563-70B7-24B4-9F942C402B61}"/>
              </a:ext>
            </a:extLst>
          </p:cNvPr>
          <p:cNvSpPr/>
          <p:nvPr/>
        </p:nvSpPr>
        <p:spPr>
          <a:xfrm>
            <a:off x="6874491" y="2764463"/>
            <a:ext cx="652130" cy="398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FC652B-5AA3-9BED-2B23-C1165FDDAB20}"/>
              </a:ext>
            </a:extLst>
          </p:cNvPr>
          <p:cNvSpPr/>
          <p:nvPr/>
        </p:nvSpPr>
        <p:spPr>
          <a:xfrm>
            <a:off x="7596543" y="2701972"/>
            <a:ext cx="706929" cy="63014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D61E15-4251-D072-06B5-CBB147A32D50}"/>
              </a:ext>
            </a:extLst>
          </p:cNvPr>
          <p:cNvSpPr/>
          <p:nvPr/>
        </p:nvSpPr>
        <p:spPr>
          <a:xfrm>
            <a:off x="6874491" y="4848554"/>
            <a:ext cx="652130" cy="3986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2CD0DD-F9DC-A117-C08F-3946C33BE51A}"/>
              </a:ext>
            </a:extLst>
          </p:cNvPr>
          <p:cNvSpPr/>
          <p:nvPr/>
        </p:nvSpPr>
        <p:spPr>
          <a:xfrm>
            <a:off x="7573356" y="4895749"/>
            <a:ext cx="652130" cy="3986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5C9678-DA6E-B25B-8EDA-EB16292F2258}"/>
              </a:ext>
            </a:extLst>
          </p:cNvPr>
          <p:cNvSpPr/>
          <p:nvPr/>
        </p:nvSpPr>
        <p:spPr>
          <a:xfrm>
            <a:off x="5589181" y="1521215"/>
            <a:ext cx="1088065" cy="13899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816D4D-A41D-8818-3996-D836B23F09E8}"/>
              </a:ext>
            </a:extLst>
          </p:cNvPr>
          <p:cNvSpPr/>
          <p:nvPr/>
        </p:nvSpPr>
        <p:spPr>
          <a:xfrm>
            <a:off x="7107310" y="915863"/>
            <a:ext cx="419312" cy="2377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676E47-053F-7F24-7F67-A1646D594A3B}"/>
              </a:ext>
            </a:extLst>
          </p:cNvPr>
          <p:cNvSpPr/>
          <p:nvPr/>
        </p:nvSpPr>
        <p:spPr>
          <a:xfrm>
            <a:off x="7558924" y="875177"/>
            <a:ext cx="652130" cy="4777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BF3F85-3A24-B1E4-5CDE-C85E4B6AA3F8}"/>
              </a:ext>
            </a:extLst>
          </p:cNvPr>
          <p:cNvSpPr/>
          <p:nvPr/>
        </p:nvSpPr>
        <p:spPr>
          <a:xfrm rot="2072500">
            <a:off x="4857986" y="1801110"/>
            <a:ext cx="706929" cy="2377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38BC7D-BBAD-6877-D889-527B64BE48CB}"/>
              </a:ext>
            </a:extLst>
          </p:cNvPr>
          <p:cNvSpPr/>
          <p:nvPr/>
        </p:nvSpPr>
        <p:spPr>
          <a:xfrm>
            <a:off x="7280157" y="1683956"/>
            <a:ext cx="706929" cy="2377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D4C5B1-C671-39A8-C963-AD907CAAFD5B}"/>
              </a:ext>
            </a:extLst>
          </p:cNvPr>
          <p:cNvSpPr/>
          <p:nvPr/>
        </p:nvSpPr>
        <p:spPr>
          <a:xfrm>
            <a:off x="7280157" y="97154"/>
            <a:ext cx="706929" cy="2377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228F71-F4CF-F5E7-C8DF-BAB6459FC1D6}"/>
              </a:ext>
            </a:extLst>
          </p:cNvPr>
          <p:cNvSpPr/>
          <p:nvPr/>
        </p:nvSpPr>
        <p:spPr>
          <a:xfrm>
            <a:off x="7178060" y="3967515"/>
            <a:ext cx="706929" cy="2377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293E33-0BA7-64E4-85BF-D0FBB2DE1B0B}"/>
              </a:ext>
            </a:extLst>
          </p:cNvPr>
          <p:cNvSpPr/>
          <p:nvPr/>
        </p:nvSpPr>
        <p:spPr>
          <a:xfrm>
            <a:off x="5901309" y="3056044"/>
            <a:ext cx="706929" cy="2377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EAB67E7-30BE-1321-27E4-463A7D65B7DF}"/>
              </a:ext>
            </a:extLst>
          </p:cNvPr>
          <p:cNvCxnSpPr>
            <a:cxnSpLocks/>
          </p:cNvCxnSpPr>
          <p:nvPr/>
        </p:nvCxnSpPr>
        <p:spPr>
          <a:xfrm>
            <a:off x="3321698" y="3493467"/>
            <a:ext cx="2416772" cy="8701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3C916F-22F4-9761-C98E-22695B1E010C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7884989" y="584070"/>
            <a:ext cx="917973" cy="12502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730EF3E-4EAB-40E4-8764-0026894F1A4E}"/>
              </a:ext>
            </a:extLst>
          </p:cNvPr>
          <p:cNvSpPr txBox="1"/>
          <p:nvPr/>
        </p:nvSpPr>
        <p:spPr>
          <a:xfrm>
            <a:off x="8802962" y="399404"/>
            <a:ext cx="18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Facebook (Meta)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1103A4-B510-7F7B-176F-8E47184C62F2}"/>
              </a:ext>
            </a:extLst>
          </p:cNvPr>
          <p:cNvSpPr txBox="1"/>
          <p:nvPr/>
        </p:nvSpPr>
        <p:spPr>
          <a:xfrm>
            <a:off x="2550244" y="3234409"/>
            <a:ext cx="69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Tesla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914215-2D51-6847-9473-FAE8D4CBC67A}"/>
              </a:ext>
            </a:extLst>
          </p:cNvPr>
          <p:cNvSpPr/>
          <p:nvPr/>
        </p:nvSpPr>
        <p:spPr>
          <a:xfrm>
            <a:off x="3604711" y="1666108"/>
            <a:ext cx="1984470" cy="17343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2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45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How good are these charts?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Garrett</dc:creator>
  <cp:lastModifiedBy>Nathan Garrett</cp:lastModifiedBy>
  <cp:revision>5</cp:revision>
  <dcterms:created xsi:type="dcterms:W3CDTF">2025-09-08T14:12:26Z</dcterms:created>
  <dcterms:modified xsi:type="dcterms:W3CDTF">2025-09-08T21:23:56Z</dcterms:modified>
</cp:coreProperties>
</file>